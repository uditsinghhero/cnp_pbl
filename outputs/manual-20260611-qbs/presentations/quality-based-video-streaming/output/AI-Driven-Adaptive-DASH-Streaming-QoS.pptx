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8f2b65785841e8" /><Relationship Type="http://schemas.openxmlformats.org/officeDocument/2006/relationships/extended-properties" Target="/docProps/app.xml" Id="R70a4978164a44265" /><Relationship Type="http://schemas.openxmlformats.org/officeDocument/2006/relationships/officeDocument" Target="/ppt/presentation.xml" Id="Rdb637a454c9c49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c58a622de4496c"/>
  </p:sldMasterIdLst>
  <p:notesMasterIdLst>
    <p:notesMasterId xmlns:r="http://schemas.openxmlformats.org/officeDocument/2006/relationships" r:id="R7e07edef04834301"/>
  </p:notesMasterIdLst>
  <p:sldIdLst>
    <p:sldId xmlns:r="http://schemas.openxmlformats.org/officeDocument/2006/relationships" id="256" r:id="R5c8bb3ed4eb14068"/>
    <p:sldId xmlns:r="http://schemas.openxmlformats.org/officeDocument/2006/relationships" id="257" r:id="Rb48496ee6933470a"/>
    <p:sldId xmlns:r="http://schemas.openxmlformats.org/officeDocument/2006/relationships" id="258" r:id="Rde21577aaafd4edd"/>
    <p:sldId xmlns:r="http://schemas.openxmlformats.org/officeDocument/2006/relationships" id="259" r:id="R51b6f52ff3b94cf3"/>
    <p:sldId xmlns:r="http://schemas.openxmlformats.org/officeDocument/2006/relationships" id="260" r:id="Rf788a35447554fcf"/>
    <p:sldId xmlns:r="http://schemas.openxmlformats.org/officeDocument/2006/relationships" id="261" r:id="R9eea77ac805a4791"/>
    <p:sldId xmlns:r="http://schemas.openxmlformats.org/officeDocument/2006/relationships" id="262" r:id="R6a7143e3cde64af5"/>
    <p:sldId xmlns:r="http://schemas.openxmlformats.org/officeDocument/2006/relationships" id="263" r:id="R6364181bc3f64823"/>
    <p:sldId xmlns:r="http://schemas.openxmlformats.org/officeDocument/2006/relationships" id="264" r:id="R3cea3553e1b246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c58a622de4496c" /><Relationship Type="http://schemas.openxmlformats.org/officeDocument/2006/relationships/theme" Target="/ppt/theme/theme1.xml" Id="R4aca0791e55f480d" /><Relationship Type="http://schemas.openxmlformats.org/officeDocument/2006/relationships/notesMaster" Target="/ppt/notesMasters/notesMaster1.xml" Id="R7e07edef04834301" /><Relationship Type="http://schemas.openxmlformats.org/officeDocument/2006/relationships/presProps" Target="/ppt/presProps.xml" Id="R5439f7dffc1b478b" /><Relationship Type="http://schemas.openxmlformats.org/officeDocument/2006/relationships/viewProps" Target="/ppt/viewProps.xml" Id="R55f7b30b671f4b87" /><Relationship Type="http://schemas.openxmlformats.org/officeDocument/2006/relationships/tableStyles" Target="/ppt/tableStyles.xml" Id="Rb3f1e3c558c44780" /><Relationship Type="http://schemas.openxmlformats.org/officeDocument/2006/relationships/slide" Target="/ppt/slides/slide1.xml" Id="R5c8bb3ed4eb14068" /><Relationship Type="http://schemas.openxmlformats.org/officeDocument/2006/relationships/slide" Target="/ppt/slides/slide2.xml" Id="Rb48496ee6933470a" /><Relationship Type="http://schemas.openxmlformats.org/officeDocument/2006/relationships/slide" Target="/ppt/slides/slide3.xml" Id="Rde21577aaafd4edd" /><Relationship Type="http://schemas.openxmlformats.org/officeDocument/2006/relationships/slide" Target="/ppt/slides/slide4.xml" Id="R51b6f52ff3b94cf3" /><Relationship Type="http://schemas.openxmlformats.org/officeDocument/2006/relationships/slide" Target="/ppt/slides/slide5.xml" Id="Rf788a35447554fcf" /><Relationship Type="http://schemas.openxmlformats.org/officeDocument/2006/relationships/slide" Target="/ppt/slides/slide6.xml" Id="R9eea77ac805a4791" /><Relationship Type="http://schemas.openxmlformats.org/officeDocument/2006/relationships/slide" Target="/ppt/slides/slide7.xml" Id="R6a7143e3cde64af5" /><Relationship Type="http://schemas.openxmlformats.org/officeDocument/2006/relationships/slide" Target="/ppt/slides/slide8.xml" Id="R6364181bc3f64823" /><Relationship Type="http://schemas.openxmlformats.org/officeDocument/2006/relationships/slide" Target="/ppt/slides/slide9.xml" Id="R3cea3553e1b246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00bdb24901544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d6b86a84044e4d" /><Relationship Type="http://schemas.openxmlformats.org/officeDocument/2006/relationships/notesMaster" Target="/ppt/notesMasters/notesMaster1.xml" Id="R66420e88a6ea4f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1cefcfe9224555" /><Relationship Type="http://schemas.openxmlformats.org/officeDocument/2006/relationships/notesMaster" Target="/ppt/notesMasters/notesMaster1.xml" Id="R1dbfa9346a5d45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0d4d615065475f" /><Relationship Type="http://schemas.openxmlformats.org/officeDocument/2006/relationships/notesMaster" Target="/ppt/notesMasters/notesMaster1.xml" Id="Rfddda6cc4b9243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8a741ba2044115" /><Relationship Type="http://schemas.openxmlformats.org/officeDocument/2006/relationships/notesMaster" Target="/ppt/notesMasters/notesMaster1.xml" Id="R91d50f36359842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fa4938e5c8419a" /><Relationship Type="http://schemas.openxmlformats.org/officeDocument/2006/relationships/notesMaster" Target="/ppt/notesMasters/notesMaster1.xml" Id="Reeb66d6bd1c24b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fabb95c66b457f" /><Relationship Type="http://schemas.openxmlformats.org/officeDocument/2006/relationships/notesMaster" Target="/ppt/notesMasters/notesMaster1.xml" Id="R83a3ebaab7fb40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bbd13365f04c58" /><Relationship Type="http://schemas.openxmlformats.org/officeDocument/2006/relationships/notesMaster" Target="/ppt/notesMasters/notesMaster1.xml" Id="Raa86d2b7020a4f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1765cb1bb0418f" /><Relationship Type="http://schemas.openxmlformats.org/officeDocument/2006/relationships/notesMaster" Target="/ppt/notesMasters/notesMaster1.xml" Id="R35bb9b08b33146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a7e44da7cf45f5" /><Relationship Type="http://schemas.openxmlformats.org/officeDocument/2006/relationships/notesMaster" Target="/ppt/notesMasters/notesMaster1.xml" Id="R07cbd590a99045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4c0f0f6a714cc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ab149cfe4994328" /><Relationship Type="http://schemas.openxmlformats.org/officeDocument/2006/relationships/slideLayout" Target="/ppt/slideLayouts/slideLayout2.xml" Id="Rb887b6fb2b7a4e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87b6fb2b7a4e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bb553daeb443a3" /><Relationship Type="http://schemas.openxmlformats.org/officeDocument/2006/relationships/notesSlide" Target="/ppt/notesSlides/notesSlide1.xml" Id="R782158177d904a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0140c8d3c54c52" /><Relationship Type="http://schemas.openxmlformats.org/officeDocument/2006/relationships/notesSlide" Target="/ppt/notesSlides/notesSlide2.xml" Id="Rc1632c92efe847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432bb7fc5d4adc" /><Relationship Type="http://schemas.openxmlformats.org/officeDocument/2006/relationships/notesSlide" Target="/ppt/notesSlides/notesSlide3.xml" Id="R232659f7e1074d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c44956b2f345bf" /><Relationship Type="http://schemas.openxmlformats.org/officeDocument/2006/relationships/notesSlide" Target="/ppt/notesSlides/notesSlide4.xml" Id="R91e163550fff4c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82ace2e6264d87" /><Relationship Type="http://schemas.openxmlformats.org/officeDocument/2006/relationships/notesSlide" Target="/ppt/notesSlides/notesSlide5.xml" Id="R60c09d52e0f74d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22919dc8a04e2a" /><Relationship Type="http://schemas.openxmlformats.org/officeDocument/2006/relationships/notesSlide" Target="/ppt/notesSlides/notesSlide6.xml" Id="Rac4be6b88c8a4c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efde783761445b" /><Relationship Type="http://schemas.openxmlformats.org/officeDocument/2006/relationships/notesSlide" Target="/ppt/notesSlides/notesSlide7.xml" Id="R2ec7c6c30ba84f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62128e193f4436" /><Relationship Type="http://schemas.openxmlformats.org/officeDocument/2006/relationships/image" Target="/ppt/media/image.png" Id="Rb84a6cd2d0064aae" /><Relationship Type="http://schemas.openxmlformats.org/officeDocument/2006/relationships/image" Target="/ppt/media/image2.png" Id="Rffd8d6335d42403d" /><Relationship Type="http://schemas.openxmlformats.org/officeDocument/2006/relationships/notesSlide" Target="/ppt/notesSlides/notesSlide8.xml" Id="Re9f2ee6889f041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43e6abd5694e1d" /><Relationship Type="http://schemas.openxmlformats.org/officeDocument/2006/relationships/notesSlide" Target="/ppt/notesSlides/notesSlide9.xml" Id="Rebe32599e62c45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E8B4DC-EFF4-49BC-B2BB-F34DD6FB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6F47432-7CC2-471D-B107-DF76248E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EE1B6E6-40F1-4BF3-BA92-F1BF4604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F1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F16A"/>
                </a:solidFill>
                <a:latin typeface="Aptos"/>
                <a:ea typeface="Aptos"/>
                <a:cs typeface="Aptos"/>
              </a:rPr>
              <a:t>QUALITY BASED VIDEO STREAMING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505BB-13EC-4338-99FE-B53F7CBA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AI-Driven Adaptive DASH Streaming for Enhanced Video QoS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BD8C6-6143-46BE-9AEE-C438CC89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647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A real MPEG-DASH demo where browser QoS telemetry feeds a Random Forest bitrate controller, applies video quality through dash.js, and logs evidence for analysis.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6272D-BA20-4F90-9A4F-C4606F71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862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2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562A1-354C-496B-BBEB-F67C28F6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177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CFE06-FFDE-488F-B279-56848EAB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logged playback samples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E2F8A-1181-4847-951A-E728A9A2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862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2"/>
          </a:solidFill>
          <a:ln xmlns:a="http://schemas.openxmlformats.org/drawingml/2006/main" w="9525">
            <a:solidFill>
              <a:srgbClr val="36D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1D8C9-40DC-4CE1-B08A-1DEB15FF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814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0.882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97223-9DF9-4872-9F0A-7596A08A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71975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average AI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0ADD4-167B-42EF-8D98-ECEE01ED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862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2"/>
          </a:solidFill>
          <a:ln xmlns:a="http://schemas.openxmlformats.org/drawingml/2006/main" w="9525">
            <a:solidFill>
              <a:srgbClr val="FF6B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11CEE-D842-4463-B427-8D22F808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814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7ECC4-FB5F-436F-93A2-6CFA664F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71975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quality switches recorded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478E8-D45E-4ABA-B4CF-CA030107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85850"/>
            <a:ext cx="2667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E30"/>
          </a:solidFill>
          <a:ln xmlns:a="http://schemas.openxmlformats.org/drawingml/2006/main" w="9525">
            <a:solidFill>
              <a:srgbClr val="36D1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0269B-8920-47CA-AA98-05EFD258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43050"/>
            <a:ext cx="819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A41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B3AD2-AC21-4F2B-9906-8E0EF9A9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954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Video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15D48-4FAD-42D4-A686-67149939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543050"/>
            <a:ext cx="819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A41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35342-9B91-4A99-8C3D-3F2A200A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954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DASH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4069C-F17A-41CF-AF2C-DE8A8575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52700"/>
            <a:ext cx="819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A41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8A5DFB-2036-49DA-949C-91B88A16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051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QoS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51281-882C-483D-8D4B-B253A963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52700"/>
            <a:ext cx="819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16A"/>
          </a:solidFill>
          <a:ln xmlns:a="http://schemas.openxmlformats.org/drawingml/2006/main" w="9525">
            <a:solidFill>
              <a:srgbClr val="B7F1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CB35C-193B-48F5-802C-BD343E16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051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550BB2-E7DA-475F-B8C4-497F2F93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62350"/>
            <a:ext cx="819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A41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98AD54-8246-41D6-8589-D54942CA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147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2EA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B9CEBB-514E-454C-A218-F60AD08D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6730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Project stack: FFmpeg + Flask + dash.js + Scikit-learn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D6A9A8-3701-4BF7-9E2F-F9EFD70E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README.md, results/qos_summary.csv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CFB89C-F655-4DF1-AB07-22591616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82283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350F48-D09A-4062-844A-436D62E3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6C5A0A7-178A-44F6-ABAC-A12D555C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9E335D0-5143-4DF4-B1EA-F50B05A5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5F"/>
                </a:solidFill>
                <a:latin typeface="Aptos"/>
                <a:ea typeface="Aptos"/>
                <a:cs typeface="Aptos"/>
              </a:rPr>
              <a:t>STREAMING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28B0F-018E-4F74-BC9D-81CCE1D2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Quality drops happen before a player can explain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93DAA-9FFA-490E-913A-2EAAB1A8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The controller watches multiple QoS signals together instead of trusting bandwidth alone.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5AF7B-D12D-412B-BB2B-027095A7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19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FF6B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136BD-D2C4-42C9-AB3E-0DED6B81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rPr>
              <a:t>Low throughput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8E859-618F-4DA9-BC2D-62A8953C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623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higher rebuffer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24BFC-A47B-4C5F-8EC1-5474A952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"/>
            <a:ext cx="419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A353E-1ED7-4C43-A425-7B9A3E8A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Low buffer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FED43-1496-4521-A8BC-342A4690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623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quality must step down early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35015-F1C1-4D6A-B484-0DF58AE8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419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36D1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9E834-DECE-46B7-A460-78A21E7A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High RTT + jitter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06F30-C9E3-4FAC-A8CB-3E2885AE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96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late segment arrival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EFE36-681B-4AE8-88C7-E9B17B18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14800"/>
            <a:ext cx="419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B7F1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D9B47-A959-48B4-B726-51BE0F25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862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rPr>
              <a:t>Packet loss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20D0E-489E-4FBD-A5E3-E6729F31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196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capacity estimate becomes unsafe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0F792-BF1C-4C60-91A4-E1B5F9E0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43050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032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FE53B-CD9A-45C5-B148-0E7C07A9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2552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QoS signals must become a quality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CEA466-D631-4249-903D-6CFB0689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ai_model.py feature set and player.js telemetry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C40FBD-2553-45B2-8428-264C37CA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31966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DB0ED8-F44C-4251-A076-A088E725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FF61D61-8538-4EA8-AF11-4F19C7C7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B2F324F-EB79-45BC-BB27-A714E421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6D1D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6D1DC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CB270-89BA-4B30-9EDE-A35C24B1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The implementation closes the loop from playback telemetry to quality switching.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8CABC-7477-4E4B-AFEA-ED0944B7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FD30D-A7A8-46BD-8A36-FC475D1D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Input video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F8D39-62E6-48AA-B355-9896A15B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sample.mp4 / dataset video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C2571-A0ED-4302-A97C-CDD2C90B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575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36D1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0E366-3890-4FBF-96D6-479720F1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FFmpeg DASH packager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93ABD-996B-43AE-A82E-6CFB3F19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7185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4-second segments + manifest.mpd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BB2B7-12A3-4832-8A75-E16E4317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575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B7F1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099AD-D765-4C1D-A67C-FFD30759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289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rPr>
              <a:t>Flask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5A6F3-3A24-4A43-A260-97EE0AD3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7185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segments + prediction API + logging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29A72-0919-4C9F-94EA-5126BBDE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575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FF6B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A3025-1D3F-47C7-A1F2-2C5164D7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rPr>
              <a:t>Browser player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BCD54-3793-492F-AA4E-5ABCB7DE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7185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dash.js playback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2818F-ABE1-43A1-8F63-CF6D652F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575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07799-DC57-4D5C-9318-BFE7602D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289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Result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04967-CA31-4FD9-A847-6F066AC7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71850"/>
            <a:ext cx="1352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QoS graphs + summary CSV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27747-E437-4B06-B14B-698A169C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90900"/>
            <a:ext cx="4000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8EA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3F4AAB-A961-4724-A695-94545D83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43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E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48644-AEEF-47D4-AB72-E984E24E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4000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8EA3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4D2E14-64B3-428B-AE41-B70E9680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43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E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48A1C3-A110-4E6A-96C1-2B86BC44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90900"/>
            <a:ext cx="4000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8EA3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C221D-97C2-4C8A-885C-B833490B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43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E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82EA7-E011-49E0-BACE-1F11733D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90900"/>
            <a:ext cx="4000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8EA3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981BDB-22FA-44FD-BA87-0B85A9AB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43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E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022347-4D11-4A95-9CDC-9931087F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2247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42"/>
          </a:solidFill>
          <a:ln xmlns:a="http://schemas.openxmlformats.org/drawingml/2006/main" w="9525">
            <a:solidFill>
              <a:srgbClr val="B7F1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4301AE-C421-45E3-8921-BD10A331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386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rPr>
              <a:t>Random Forest predictor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89F583-5CDB-40E3-8151-AFD4ABD7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244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Inputs: throughput, previous throughput, buffer, latency, packet loss, jitter, current quality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ED0CC5-703F-461D-8205-11744E9B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67200"/>
            <a:ext cx="9525" cy="-3238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7F16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4CC7DB-5B22-4754-8532-DEA707B2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957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F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300949-4E8B-4F21-919D-BABB2769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app.py, generate_dash.py, ai_model.py, static/js/player.js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983D94-B502-4676-BBB6-06A059EB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137484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F71A7F-50A3-4D3D-A04E-C68B4492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682475A-3AC7-4043-BF1A-34A98DAE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9A91C1B-117E-4D2B-A1BA-4C875024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B5F"/>
                </a:solidFill>
                <a:latin typeface="Aptos"/>
                <a:ea typeface="Aptos"/>
                <a:cs typeface="Aptos"/>
              </a:rPr>
              <a:t>DASH ENCODING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AE6A2-10A7-4D0A-A0A0-DAA1974B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 real bitrate ladder lets the AI choose actual playable representations.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6AE25-FD02-45B4-BB06-70027245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generate_dash.py uses FFmpeg to create a manifest and segmented .m4s streams at multiple resolutions.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FA721-3673-498E-8FF5-DC0CA6E3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57725"/>
            <a:ext cx="147637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CFEB1-C1DF-4B0B-B63B-FAD6EAC3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4355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240p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31FC9-EE39-466B-A23C-D78B7805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1476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rPr>
              <a:t>400 kbps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ACE3C-EA3C-49F3-B163-CD14BFA3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81475"/>
            <a:ext cx="147637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01548-3EF5-42D7-91A1-868246B0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4355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360p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A5897-C315-4B32-A392-34385C8C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829300"/>
            <a:ext cx="1476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rPr>
              <a:t>1000 kbps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F70B3-5838-4414-AA74-06445ACF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14725"/>
            <a:ext cx="1476375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DC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0BD72-E35B-4741-94C7-2B10A380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4355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720p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066D4-73CD-4ED5-A31C-DDA351CA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29300"/>
            <a:ext cx="1476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rPr>
              <a:t>2500 kbps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3FC81-3FB8-4E77-AD1E-FF578EF4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9375"/>
            <a:ext cx="147637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16A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370BA-0245-4892-B65A-603F0DFF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54355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1080p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3DE5A-8512-446E-9281-AA8F2C49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829300"/>
            <a:ext cx="1476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54677C"/>
                </a:solidFill>
                <a:latin typeface="Aptos Mono"/>
                <a:ea typeface="Aptos Mono"/>
                <a:cs typeface="Aptos Mono"/>
              </a:rPr>
              <a:t>6000 kbps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F55B52-563B-415F-B5CE-0A5C68B9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146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36D1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13A99-6DA2-4723-AF34-33719C77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990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4 sec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57AD8B-E5FF-43B0-BCCE-3F126686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00425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segment duration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626B5-E37A-46C3-BCB4-6BFE0C03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386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FF6B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F8795-3835-409B-9A6D-200BF263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133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rPr>
              <a:t>MPD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EF6AFF-C05A-4319-B626-C61593E8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524375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manifest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5B5139-F36C-49E0-9E2B-1B603055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generate_dash.py encoding ladder and media/dash outputs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F5FF66-0110-4D35-AE80-24B26FE9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606369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FE45CB-3F56-4771-913B-9A53B2EA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B1207E3-248B-4BD8-BD20-48BC1612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F5C948-6E4B-4E17-A826-571B6864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F1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F16A"/>
                </a:solidFill>
                <a:latin typeface="Aptos"/>
                <a:ea typeface="Aptos"/>
                <a:cs typeface="Aptos"/>
              </a:rPr>
              <a:t>AI BITRATE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25638-5E66-4835-9B8C-562A54F3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The model translates seven network features into one safe quality level.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D9002-7B2D-4FFF-BCFC-6C68085B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9E578-C47F-4565-A559-590575C6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throughput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37B27-94AA-478A-BD69-43E9BDAA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6220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977D2-4A13-49FB-9D84-D764D2E8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288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previous throughput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11D9B-5D03-4FA0-9508-44F917F8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B2DAF-8464-4761-B53F-0E9EB90E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buffer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A188D-771B-4AB8-A9FB-E2D3D5FB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5275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F086A-6E7C-4649-8687-49ABEC4C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194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latency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38726-FEF9-4D54-966A-EB6E3711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EEA12-3EFE-4F02-998A-3806CB8B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packet loss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627DE-6284-4205-A6B3-C1B93F1D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4330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EEB2E-4531-4F26-9C5C-29C617E6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0997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jitter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1C12E-B971-4BF1-898F-0A6AAD05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3CD70E-50F9-428C-89A4-755D7827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00525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B8"/>
                </a:solidFill>
                <a:latin typeface="Aptos"/>
                <a:ea typeface="Aptos"/>
                <a:cs typeface="Aptos"/>
              </a:rPr>
              <a:t>current 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FA47F-D1F9-4A54-AD8F-95A57B3D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19050">
            <a:solidFill>
              <a:srgbClr val="B7F1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CDCB54-3C70-49C0-8CC6-6E0BA360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rPr>
              <a:t>Random Forest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84815-150A-417B-BB1A-F840CC1C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8615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180 trees, max depth 8, balanced classes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0FC2AB-7C6D-4FA7-84FC-A1E1BAAA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29000"/>
            <a:ext cx="457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8EA3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46017F-3500-44B2-920C-F5286797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813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E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00A56-2874-4854-90C8-3176BD20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29000"/>
            <a:ext cx="457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8EA3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4B3573-D68B-4BB7-A13A-4E074D7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813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E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92D171-1E7D-427E-8856-311B1364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479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2C3965-A690-429B-8197-8CDB53F9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240p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2EBC9F-0484-4A53-B006-E02398DC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400k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E31F33-C8E6-4C5E-AA74-FEFB7FDC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337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DC"/>
          </a:solidFill>
          <a:ln xmlns:a="http://schemas.openxmlformats.org/drawingml/2006/main" w="9525">
            <a:solidFill>
              <a:srgbClr val="36D1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CA5680-0FA2-4007-B7C6-7DA45EFB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1942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360p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9133C3-DEB6-49EA-A6DD-DE1AA35A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1000k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F56A8E-01C2-4C2C-B0F0-892946FF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195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FADD16-1513-4A36-878A-F4244049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0522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720p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F586AE-BF26-4362-B3A7-679EB573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2500k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80F333-1111-4644-8606-E4282680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05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7E5E7B-C463-4467-B4A1-259EC57A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9102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1080p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1D7B30-C560-4AAB-864D-03E96B41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196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6000k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C545E5-347A-4AF9-9C64-005DA970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Prediction returns quality label, bitrate, confidence, accuracy, and a human-readable reason such as low buffer or packet loss.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8096E9-C5C1-4E2D-98C1-75168321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ai_model.py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F96508-5737-4FA9-A5EF-6D291541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29420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48377D-F05D-4594-98A4-7EC22D13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2FF5725-0581-41B8-81E3-7497EBB3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BB395A4-224A-45B9-9E24-03399199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RUNTIME CONTROL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1C6D0-7DA0-4D3B-8238-C0C581A8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Every two seconds, playback evidence becomes a new quality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B154E-AD2F-40EA-9171-922E70B1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0274C-C241-4C92-977A-511DC49B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4647D-8902-43AC-BFD1-3F58CBCE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115B0-9CDE-402E-B8BE-C5F00DFB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Measure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FDACA-29EA-4A1A-87CD-1D9A0C10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195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throughput, latency, buffer, loss, jitter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C10C1-C262-4C77-BC22-4BA69B11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19500"/>
            <a:ext cx="5524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45209-8FE1-4814-8821-145BAFB0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71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9469A0-51A1-4123-AEB3-49572233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289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B7F1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50CC6-A253-4887-8997-3D62FB44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385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05685-8F1F-4B4D-B248-20A9D73D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051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087BF-022F-44D2-BB56-FF26D4AB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385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Predict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6F014-E953-4B65-A9D4-5B9B69F6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195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POST /api/predict to Flask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7D380-70D8-4661-AE73-C87737E8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19500"/>
            <a:ext cx="5524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41BDF-AF67-4764-B0F9-168144B6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5CEE48-064A-4469-83CC-6577683C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745BA-9B12-4A38-A62B-9CFEEE5D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385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266B0C-4C36-4FD0-AF06-967F8F15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051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D5E9D-CAE6-483C-B572-9206E60A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Apply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9B139A-A26F-4C92-ACF6-A606FA66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195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dash.js quality set to selected index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459069-6A2A-4B4F-8F12-F7C660F1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5524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1D899-53ED-4CE2-BCCF-B6695061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71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036FF1-2023-4EBB-976B-7C6F46FF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8EA3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F10FCD-B78C-441F-9855-0E8CB9B0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02C3FA-397A-4F70-B683-85901B49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0517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D7B99A-8A04-430F-A1A7-CD06B80B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385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Log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6D2D03-1A7E-462D-925F-C03BAD37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195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append metrics and reason to CSV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3B79C1-445B-435F-B925-C4658F86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058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42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82584B-BC2F-412C-862E-279CD1F0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2s loop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3635F2-FA26-4AF8-BCBF-A693203D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530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AI enabled: dash.js auto ABR is disabled and the predicted level is applied. AI disabled: normal dash.js ABR is used for comparison.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CD2E43-3F01-4ED8-987E-C7711884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static/js/player.js controlLoop()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D4533D-2C87-4B60-A309-9989FBDF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099705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18822A-D540-468D-BA52-62749B89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A4D7A58-4AE8-4B2D-9B8B-21383465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212F089-39C5-4248-B4D5-5BC7AA0E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6D1D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6D1DC"/>
                </a:solidFill>
                <a:latin typeface="Aptos"/>
                <a:ea typeface="Aptos"/>
                <a:cs typeface="Aptos"/>
              </a:rPr>
              <a:t>DEMO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D1CCC-1429-4858-A37B-7C2F52CB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The browser UI makes adaptive streaming observable and testable.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94572-FF88-4C60-ADBE-64846FD0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2489B-B2D8-4069-B153-5B83866B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Video player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0E27C-1B0F-407B-B0CB-F828501C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plays the generated DASH manifest with dash.js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DE7B4-A258-4DF8-86D9-4097E56B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EA"/>
          </a:solidFill>
          <a:ln xmlns:a="http://schemas.openxmlformats.org/drawingml/2006/main" w="9525">
            <a:solidFill>
              <a:srgbClr val="B7F1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B9C8C-7524-4D6A-BE0B-CF9851B2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AI toggle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423F2-C3AC-4F72-90FB-44C55963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switches between ML control and normal dash.js ABR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7449C-849C-4D18-84A4-D45E679F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622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90146-DE55-4836-B18E-318111BD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36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Network profiles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4C915-E97A-44A3-B6EA-48F1C7FF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765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stable, medium, poor, and lossy conditions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CE73A-ECB5-459F-8E44-7E95DB99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EEE09-0F07-45B6-BB14-99E3E49E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Live charts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100CB-EFC6-4506-BC76-E207B0AE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throughput, bitrate, buffer, and latency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67BF1-A512-491B-ACD9-FC66D6F3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12966-CED3-42D2-94BD-51A56EA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862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Decision reason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88FFC1-DAE9-4DBF-B218-BC227EF9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291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shows stable network, low buffer, limited throughput, or packet loss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D458A5-A929-458F-8EDB-918C597B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E9216-85EE-47D2-96D7-B67DC576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862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Session logging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BC605A-E6DC-439D-9D7A-83E477A6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291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saves every decision for later result graphs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E524BD-157C-4070-BB03-AD5A9E4B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647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This is a working project surface, not a static simulation.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14691A-935F-4F32-AD86-2C642EFE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templates/index.html and static/js/player.js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C8894F-DF92-4EE0-BC14-B5AF623A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04199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158B6F-117C-4107-8332-50789E64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8B9724F-AC58-4BBC-B9BA-A8E5A8E4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21CC91E-A375-474E-AEF1-06823F7C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F1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F16A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8FF12-B4C2-4D5F-86F2-98366BA4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8111F"/>
                </a:solidFill>
                <a:latin typeface="Aptos Display"/>
                <a:ea typeface="Aptos Display"/>
                <a:cs typeface="Aptos Display"/>
              </a:rPr>
              <a:t>Logged sessions show adaptive decisions under constrained network conditions.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F91C2-E7A7-458D-B30F-D6905020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81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9BDF5-46B6-4594-BA98-704F1895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177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670AF-6BCA-464C-B1E1-C153C158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samples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E1BE4-7658-49E4-98A3-EB90E38A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85950"/>
            <a:ext cx="1581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36D1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687E3-5C73-491E-BE92-E168B4B8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812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2.199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2D3F4-FF4C-4818-929B-36350DB9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717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avg throughput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76C58-0336-4CAB-8F18-9BCE192F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885950"/>
            <a:ext cx="1581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B7F1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8C61E-D38B-4F66-9623-572A3155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812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7F16A"/>
                </a:solidFill>
                <a:latin typeface="Aptos Display"/>
                <a:ea typeface="Aptos Display"/>
                <a:cs typeface="Aptos Display"/>
              </a:rPr>
              <a:t>10.255s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67108-074F-4F01-A2B5-C48BA511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717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avg buffer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1DDCD-5665-4882-8407-92542415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1581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FF6B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78522-325E-47C2-9312-278A01B8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812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rPr>
              <a:t>72.928ms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CC94A-6D3E-4196-9EAC-26AF49D5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717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avg latency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BFB14-8E78-462F-B636-2D9C74B1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85950"/>
            <a:ext cx="1581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F77656-6839-4B10-88C6-FA7E731B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812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63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5060F-7460-4889-BD8E-184582FF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717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low-buffer events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AAC7FE-49CA-4D44-9F1F-BB49CBE1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1581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9525">
            <a:solidFill>
              <a:srgbClr val="36D1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F7039-9EDE-47E2-8F7B-A0AF6333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812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0.882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E328A5-310C-4D10-BA3B-34F8FAA3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7172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avg confidence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a6cd2d0064aae"/>
          <a:stretch xmlns:a="http://schemas.openxmlformats.org/drawingml/2006/main"/>
        </p:blipFill>
        <p:spPr>
          <a:xfrm xmlns:a="http://schemas.openxmlformats.org/drawingml/2006/main">
            <a:off x="819150" y="3314700"/>
            <a:ext cx="4762500" cy="19050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8d6335d42403d"/>
          <a:stretch xmlns:a="http://schemas.openxmlformats.org/drawingml/2006/main"/>
        </p:blipFill>
        <p:spPr>
          <a:xfrm xmlns:a="http://schemas.openxmlformats.org/drawingml/2006/main">
            <a:off x="6419850" y="3314700"/>
            <a:ext cx="4762500" cy="19050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0EA413-7C19-485B-9549-F207DE2E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7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4677C"/>
                </a:solidFill>
                <a:latin typeface="Aptos"/>
                <a:ea typeface="Aptos"/>
                <a:cs typeface="Aptos"/>
              </a:rPr>
              <a:t>Quality selection changes as measured throughput varies, while AI confidence remains high on average.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C4416B-A0CB-4FC2-AAD3-C5E45E98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results/qos_summary.csv, results/bandwidth_vs_time.png, results/bitrate_vs_time.png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6610B9-5CD6-4728-B43F-0A67EE5B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740107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80F1E9-42CB-4179-A1BA-2AC5F33F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048F0B3-5D4D-485D-91FB-271FD7A4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ED087F0-3FCB-488B-866F-9202A71D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DEMO SCRIPT +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29F36-E043-44C5-BD35-41C2FB65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6F2EA"/>
                </a:solidFill>
                <a:latin typeface="Aptos Display"/>
                <a:ea typeface="Aptos Display"/>
                <a:cs typeface="Aptos Display"/>
              </a:rPr>
              <a:t>The project is ready to demonstrate as a controlled QoS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D8DC2-2C3B-48E0-AE57-255F1CC7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5C73D-8FC0-43A7-9840-7602CBB1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40070-BA22-4DF0-9B0F-9E5CFFC2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47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Start Flask server and open the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BFA58-D6C8-43B8-9AAD-AB05B7F0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F5880-BFCF-4ACB-B43B-4D44D5DA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754AE-22EF-4354-983A-CD042CF0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Play the generated DASH stream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8EFA1-75CD-4DB7-A443-61012CB3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4476C-ECF3-46B1-BE7B-D345EE46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2E3CC-1733-45DC-9FA7-B40585C3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766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Switch network profile from stable to poor/lossy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A529A-41E2-4807-BCC0-F24C8536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1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15E13-CD86-4945-A2C2-93F259AF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9EFDB-CDA6-4FCB-B960-96B47DAE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Show AI lowering bitrate before buffer collapse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E8FA6-E46A-4794-8B71-D7E81A8C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08C6B4-D6F9-40AA-AC34-D9FDBD81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1389C-2A95-4F51-9D30-03F3F625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0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Disable AI to compare normal dash.js ABR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60E05-06B4-47FF-A10A-999C2CDA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1B9C52-A285-4766-9A82-EEEA97E9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8111F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D374B3-B31D-4AE6-A3C9-83B82D19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96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Run analyze_results.py to produce graphs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C673D3-15BB-4B9C-8BA9-27F727A4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34290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6"/>
          </a:solidFill>
          <a:ln xmlns:a="http://schemas.openxmlformats.org/drawingml/2006/main" w="9525">
            <a:solidFill>
              <a:srgbClr val="36D1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CDF382-E799-400B-8E8F-A8504C44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955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36D1DC"/>
                </a:solidFill>
                <a:latin typeface="Aptos Display"/>
                <a:ea typeface="Aptos Display"/>
                <a:cs typeface="Aptos Display"/>
              </a:rPr>
              <a:t>Future improvements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198CD3-54E4-472D-9EFB-354A9E9B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28950"/>
            <a:ext cx="2762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Train on real network traces</a:t>
            </a:r>
          </a:p>
          <a:p xmlns:a="http://schemas.openxmlformats.org/drawingml/2006/main">
            <a:pPr algn="l">
              <a:defRPr sz="13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Add VMAF/SSIM quality scoring</a:t>
            </a:r>
          </a:p>
          <a:p xmlns:a="http://schemas.openxmlformats.org/drawingml/2006/main">
            <a:pPr algn="l">
              <a:defRPr sz="13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Compare ML vs BOLA/throughput ABR</a:t>
            </a:r>
          </a:p>
          <a:p xmlns:a="http://schemas.openxmlformats.org/drawingml/2006/main">
            <a:pPr algn="l">
              <a:defRPr sz="13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Deploy local dash.js fallback</a:t>
            </a:r>
          </a:p>
          <a:p xmlns:a="http://schemas.openxmlformats.org/drawingml/2006/main">
            <a:pPr algn="l">
              <a:defRPr sz="1350" b="0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2EA"/>
                </a:solidFill>
                <a:latin typeface="Aptos"/>
                <a:ea typeface="Aptos"/>
                <a:cs typeface="Aptos"/>
              </a:rPr>
              <a:t>Export richer per-profile reports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B08EB8-3B18-40CE-9ACC-9EF71F13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Core achievement: real video packaging, real playback, live QoS telemetry, AI quality prediction, and result generation are connected end to end.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525ACD-B441-452F-A6AD-DE7B7531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A3B8"/>
                </a:solidFill>
                <a:latin typeface="Aptos"/>
                <a:ea typeface="Aptos"/>
                <a:cs typeface="Aptos"/>
              </a:rPr>
              <a:t>Source: README.md demo script and project implementation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109A3C-7385-422A-A942-BF1D79FF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A3B8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7911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2026-06-11T13:29:45.5300000Z</dcterms:created>
  <dcterms:modified xsi:type="dcterms:W3CDTF">2026-06-11T13:29:45.5300000Z</dcterms:modified>
</coreProperties>
</file>